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SONAGI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Guide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French gateway to Korean beauty.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freelancers, new team members, and content creators.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30-second brief for anyone joining the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French K-beauty e-commerce brand. We sell curated Korean skincare (COSRX, Anua, Beauty of Joseon, Mixsoon, Laneige) and educate French women on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Korean skincare methodology works differently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what they know from French pharmacies.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audience: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 women 18–35 who care about ingredient science, long-term skin health, and the glass skin aesthetic. They're curious, budget-conscious, and tired of overpriced French pharmacy products.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position: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Korean dermatologists know that French ones don't." We create curiosity, educate with warmth, and sell through trust — never through hype.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Tone — 6 Adjectives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how Sonagi should feel in every piece of content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Educating, not lecturing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teach ingredient science and technique like a knowledgeable friend — never like a professor or a brand whitepaper. We explain the 'why' because our audience is smart enough to care.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Intimate, not corporate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780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'tu' not 'vous.' We talk like a text message, not a press release. Every post should feel like a DM from someone who genuinely cares about your skin.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26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Playfully provocative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8269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challenge French beauty assumptions with a wink, not a lecture. 'Les Coréennes ne frottent jamais. Elles tapotent.' We create tension, then resolve it with knowledge.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31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&amp; vulnerable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admit when things don't work. Minjun shows damaged skin. We say 'ma peau est une catastrophe' before showing the fix. Perfection is boring — real is magnetic.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&amp; visceral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say 'ta peau qui boit' not 'hydratation optimale.' We use language you can feel: dewy, bouncy, glowing, glass. Our words should make skin tingle.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440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never salesy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6967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CTAs are invitations, not commands. 'Prends soin de toi' not 'Achetez maintenant.' The close is always a friend looking out for you, not a brand closing a deal.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Sound Like vs. What We Never Sound Like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this to your wall before writing anything for Sonagi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3840480" cy="4846320"/>
          </a:xfrm>
          <a:prstGeom prst="rect">
            <a:avLst>
              <a:gd name="adj" fmla="val 2381"/>
            </a:avLst>
          </a:prstGeom>
          <a:solidFill>
            <a:srgbClr val="EFF7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 SOUND LIKE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Your cool friend who studied skincare in Seoul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 FaceTime call where someone shares a secret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 TikTok comment that actually helps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626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Edward Zo explaining why your routine is wrong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 handwritten note inside your package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honest review you trust more than ads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0050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Someone who says 'ta peau galère' not 'problèmes cutanés'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525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 whisper: 'arrête le rétinol. Essaie ça.'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417320"/>
            <a:ext cx="3840480" cy="4846320"/>
          </a:xfrm>
          <a:prstGeom prst="rect">
            <a:avLst>
              <a:gd name="adj" fmla="val 2381"/>
            </a:avLst>
          </a:prstGeom>
          <a:solidFill>
            <a:srgbClr val="FD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WE NEVER SOUND 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 pharmacy brochure listing clinical claims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267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 luxury brand that's too precious to be direct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6151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 generic beauty blog: 'Découvrez nos produits!'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9626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 salesperson pushing urgency: 'DERNIÈRE CHANCE!'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310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Wikipedia explaining ingredients in jargon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An influencer who loves everything they're paid for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40050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Corporate: 'Notre engagement qualité...'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43525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Condescending: 'Vous ne savez probablement pas...'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Sentences That ARE Sonagi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wrote these, you're on brand. Study the pattern.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"Les Coréennes ne frottent jamais. Elles tapotent. Ça change tout."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Provocative contrast + technique education + visceral action verb. Short. Punchy. Makes you want to try it.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 peau sait ce qu'elle veut. Donne-lui les bons produits."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the customer. Personifies skin. Positions Sonagi as the enabler, not the authority.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"Ce sérum à 18€ fait ce que ton soin à 80€ ne fait pas."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tension hook. Challenges French pharmacy pricing. Specific numbers = credibility.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 barrière cutanée était foutue. Un seul ingrédient a tout réparé."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confession hook. Uses real language ('foutue') not clinical. Creates curiosity for the ingredient.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"POV: Tu découvres que le SPF coréen ne colle pas 💧"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TikTok-native format. Sensory promise (doesn't stick). Emoji as punctuation. Creates FOMO.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&amp; Phrases We Always Avoid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catch yourself writing any of these, rewrite the sentence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INSTEAD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Découvrez nos produits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Regarde ce que ta peau va faire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CTA vs. curiosity-driven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Notre engagement qualité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teste tout sur notre propre peau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speak vs. personal proof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Problèmes cutanés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 peau qui galère / qui crie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vs. visceral &amp; relatable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 révolutionnaire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truc que personne connaît encore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 vs. insider secret energy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Offre exceptionnelle / Dernière chance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C'est le moment d'essayer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Pressure vs. gentle invitation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Anti-âge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longevity / peau qui dure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Fear-based vs. empowerment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Vous / Votre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/ Ta / Ton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distance vs. intimate friend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Inspiré de la K-beauty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de Séoul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Diluted vs. authentic 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Hydratation optimale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 peau qui boit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vs. sensory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Achetez maintenant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Prends soin de toi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command vs. warm sign-off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— Voice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Carousels, Reels, Stories, Captions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CAROUSELS (Mon–Wed–Fri)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Hook on slide 1 = tension or curiosity. Never a title card.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'Tu perds la moitié de ta routine' &gt; 'Les bases de la K-beauty'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slide = ONE idea, ONE visual. Max 30 words per slide.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slide = soft CTA: save, share, or follow — never 'achetez'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Tone: teaching a friend, not presenting a lesson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(Tue–Thu–Fri)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2 seconds = hook. Start mid-thought, never 'Salut les filles!'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Minjun voice: playful, vulnerable, FaceTime energy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appears naturally — held like a friend showing you something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captions: one word at a time, color-coded (see caption system)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(Saturday)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Polls, quizzes, 'this or that' — always interactive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Casual tone, typos OK, emoji OK — this is the most relaxed channel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'tu' heavily: 'Tu savais ça?' / 'Ton avis?'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line = hook (same tension energy as slide 1)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Body = 3-5 short paragraphs, lots of line breaks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 with question or invitation, never 'lien en bio'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Hashtags: #MonRituelSonagi #KbeautyFrance #GlassSkin + 5-8 niche tags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TikTok — Voice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 video, Minjun content, trending hooks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 (0–3 seconds)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a provocation, confession, or visual shock — never an intro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Hook formulas that work for Sonagi: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Vulnerable confession: 'Ma peau était détruite.'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France vs Korea tension: 'En Corée, personne ne fait ça.'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Price shock: 'Ce truc à 18€ bat tout ce que t'as essayé.'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POV format: 'POV: ton dermato découvre la K-beauty'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Minjun = the voice of Sonagi on TikTok. Edward Zo energy.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 plays with the camera — leans in, pulls back, eyebrow raises, hair touch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reads a script. Sounds like a voice note to a friend.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30–40 words per 15-second segment. Short sentences. Breathing room.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Always warm, never salesy. 'Prends soin de toi' not 'Lien en bio!'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held casually — like showing a friend, not presenting to a camera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Smallest genuine smile. Eye contact. Care.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 &amp; SOUNDS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word-by-word English captions (color-coded system)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Trending lo-fi beat at 15-20% volume — voice always dominant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ASMR moments: product pouring, skin tapping, cap clicks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Copy — Voice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product pages, email, and product cards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PAGE FORMULA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Hook line — why this product exists for your skin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'Ta barrière cutanée est en galère? C'est le toner de secours.'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Korean context — what makes this different from French alternatives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'77% d'extrait de heartleaf — l'ingrédient que toute la Corée utilise pour calmer les peaux irritées.'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to use it — technique, not just instructions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'Tu presses, tu ne frottes jamais. 2-3 couches. Laisse ta peau boire.'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result — sensory, not clinical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'Peau apaisée, hydratée, rebondie. Le genre de glow qui fait demander ton secret.'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with the skin concern, not the product name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Always explain the KEY ingredient + what it does in one sentence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 the Korean technique (pressing, layering, 7-skin method)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to French equivalent if possible: '€18 vs €80 and it works better'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use 'révolutionnaire,' 'miracle,' or 'best-seller' — earn trust, don't claim it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SUBJECT LINES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Curiosity-first: 'L'ingrédient que les Coréennes cachent depuis 10 ans'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Tension: 'Ton sérum préféré fait probablement ça mal'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Direct: '18€. C'est tout ce qu'il faut pour une glass skin.'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Content Calendar — 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rotating cycle with content pillars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417320"/>
          <a:ext cx="8869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34440"/>
                <a:gridCol w="1097280"/>
                <a:gridCol w="1234440"/>
                <a:gridCol w="1097280"/>
                <a:gridCol w="109728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MONDAY 12h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TUESDAY 18h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WEDNESDAY 12h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THURSDAY 18h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FRIDAY 19h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 10h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11h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8-10 slides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7-8 slides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ÉDUQUER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MONTRER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ÉDUQUER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Ingredient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MONTRER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ASMR/vibe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Polls/Q&amp;A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vs dry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Centella 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Cica guide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unboxing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that?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skin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Ingredients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avoid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Snail mucin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PDRN vs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Retinol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SPF texture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GRWM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#MonRituel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Sonagi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7-step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routine €80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Barrier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repair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Bakuchiol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Niacinamide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ritual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type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skincare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mistakes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Hanbang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ingredients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Aesthetic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lay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anything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spotlight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topics each month. Pillars stay constant. Adjust for product launches and seasonal moments.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Minjun — The Voice of Sonagi on Video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influencer character — voice &amp; behaviour guide for all scripts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HE IS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male, early-mid 20s. K-pop idol beauty — sharp jawline, glass skin, tousled dark hair. Your cool older brother who happens to know everything about skincare. Edward Zo energy.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 TALKS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English, warm, conversational — like a voice note to his best friend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Starts mid-thought, never 'Hey guys!' — jumps straight into the hook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 punchy sentences. 30-40 words per 15 seconds. Breathing room.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Speeds up when excited about a product. Slows down for vulnerable moments.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sounds scripted. Never sells. Shares.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 MOVES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Eyes locked on camera 80% — widening, narrowing, darting with a knowing glance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Plays with the camera: leans in close for secrets, pulls back when transitioning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Runs hand through hair and reshapes it — a natural habit, never posed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 tilts constantly. One eyebrow raises. Smirks between sentences.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Bites lower lip when thinking. Shoulders loose. One hand gestures for emphasis.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Expression shifts every 1-2 seconds — never holds a single look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held casually, shown briefly — never presented like a TV ad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RANGE
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→ Hopeful → Teaching → Amazed → Sincere → Warm close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Carousel Script — Voice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8-10 slide educational carousels for Instagram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SLIDE-BY-SLIDE FORMULA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— THE HOOK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Tension, curiosity, or provocation. Never a title. Never 'Les bases de...'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'Tu perds la moitié de ta routine. Et tu ne le sais même pas.'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2-3 — THE PROBLEM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they're doing wrong + why. Use 'tu' and visceral language.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'Tu appliques ton sérum sur peau sèche? Ta peau ne l'absorbe même pas.'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4-6 — THE EDUCATION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technique or ingredient science. One idea per slide. Visual proof.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'En Corée: peau mouillée → toner → essence → sérum. L'eau conduit les actifs.'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7-8 — THE PRODUCT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mention. Ingredient + what it does. Price comparison if relevant.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'Anua Heartleaf 77%. Anti-inflammatoire, apaisant, réparateur. 18€.'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9-10 — THE CLOSE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invitation. Save/share CTA. Community hashtag.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'Sauvegarde pour ta prochaine routine. Partage à celle qui en a besoin. #MonRituelSonagi'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Pillars &amp; Brand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engines that drive every piece of Sonagi content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417320"/>
            <a:ext cx="2103120" cy="4663440"/>
          </a:xfrm>
          <a:prstGeom prst="rect">
            <a:avLst>
              <a:gd name="adj" fmla="val 3478"/>
            </a:avLst>
          </a:prstGeom>
          <a:solidFill>
            <a:srgbClr val="EFF7E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ÉDUQUER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carousels (wet vs dry, layering, 7-skin method)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deep-dives (centella, snail mucin, PDRN, bakuchiol)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vs France comparisons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"Les Coréennes font ça. Pas les Françaises."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4754880"/>
            <a:ext cx="1920240" cy="18288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46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2D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trust. Make them smarter. They come back because they learn.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1417320"/>
            <a:ext cx="2103120" cy="4663440"/>
          </a:xfrm>
          <a:prstGeom prst="rect">
            <a:avLst>
              <a:gd name="adj" fmla="val 3478"/>
            </a:avLst>
          </a:prstGeom>
          <a:solidFill>
            <a:srgbClr val="EDE8F5"/>
          </a:solidFill>
          <a:ln/>
        </p:spPr>
      </p:sp>
      <p:sp>
        <p:nvSpPr>
          <p:cNvPr id="15" name="Text 13"/>
          <p:cNvSpPr/>
          <p:nvPr/>
        </p:nvSpPr>
        <p:spPr>
          <a:xfrm>
            <a:off x="2578608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78608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Minjun product demos (application technique, texture, results)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transformations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 texture tests, toner absorption close-ups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skin, real application, real reactions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78608" y="4754880"/>
            <a:ext cx="1920240" cy="182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2578608" y="4846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works. Video &gt; claims. Seeing is believing.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0016" y="1417320"/>
            <a:ext cx="2103120" cy="4663440"/>
          </a:xfrm>
          <a:prstGeom prst="rect">
            <a:avLst>
              <a:gd name="adj" fmla="val 3478"/>
            </a:avLst>
          </a:prstGeom>
          <a:solidFill>
            <a:srgbClr val="FDEEE5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5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1456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91456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ASMR unboxing and routine videos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skin aesthetic flat lays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Nighttime ritual vibes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"Get ready with me" morning routines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91456" y="4754880"/>
            <a:ext cx="1920240" cy="18288"/>
          </a:xfrm>
          <a:prstGeom prst="rect">
            <a:avLst/>
          </a:prstGeom>
          <a:solidFill>
            <a:srgbClr val="8A6565"/>
          </a:solidFill>
          <a:ln/>
        </p:spPr>
      </p:sp>
      <p:sp>
        <p:nvSpPr>
          <p:cNvPr id="25" name="Text 23"/>
          <p:cNvSpPr/>
          <p:nvPr/>
        </p:nvSpPr>
        <p:spPr>
          <a:xfrm>
            <a:off x="4791456" y="4846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desire. Make them feel the lifestyle, not just the product.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12864" y="1417320"/>
            <a:ext cx="2103120" cy="4663440"/>
          </a:xfrm>
          <a:prstGeom prst="rect">
            <a:avLst>
              <a:gd name="adj" fmla="val 3478"/>
            </a:avLst>
          </a:prstGeom>
          <a:solidFill>
            <a:srgbClr val="FFF0F0"/>
          </a:solidFill>
          <a:ln/>
        </p:spPr>
      </p:sp>
      <p:sp>
        <p:nvSpPr>
          <p:cNvPr id="27" name="Text 25"/>
          <p:cNvSpPr/>
          <p:nvPr/>
        </p:nvSpPr>
        <p:spPr>
          <a:xfrm>
            <a:off x="7004304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04304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4304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spotlights with ingredient + price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recommendations by skin type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 routine vs €200 French routine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CTAs: "Prends soin de toi"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04304" y="4754880"/>
            <a:ext cx="1920240" cy="182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7004304" y="4846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Convert. But always through value and warmth, never pressure.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post maps to one pillar. Every week hits all four. This is how we stay balanced between value and conversion.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Sit — Competitive Voice 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Sonagi's voice positions against every major K-beauty player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417320"/>
            <a:ext cx="4572000" cy="3840480"/>
          </a:xfrm>
          <a:prstGeom prst="rect">
            <a:avLst>
              <a:gd name="adj" fmla="val 2381"/>
            </a:avLst>
          </a:prstGeom>
          <a:solidFill>
            <a:srgbClr val="F5F0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Soko Glam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8745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"The Curator-Teacher"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Educational, editorial, blog-heavy. "We researched so you don't have to."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Peach &amp; Lily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5420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"The Credentialed Friend"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meets warm, founder-led authority, glass skin pioneer.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2095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 Recipe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20954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"The Fun One"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Playful, colorful, Gen-Z, fruit-forward, emoji-heavy, sells the vibe.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8770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 Beauty Club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8770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"The Insider"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056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Curation-as-identity. "What's trending in Korea right now." Member energy.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5445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Sevenyoung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5445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"The Quiet Minimalist"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Understated, lets product photography talk, less storytelling.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0" y="1417320"/>
            <a:ext cx="3931920" cy="3840480"/>
          </a:xfrm>
          <a:prstGeom prst="rect">
            <a:avLst>
              <a:gd name="adj" fmla="val 2381"/>
            </a:avLst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SONAGI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Provocative Educator"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2402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closest to Soko Glam's education but with more edge. We challenge, provoke, create France-vs-Korea tension.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more intimate than Soko Glam, less playful than Glow Recipe, more opinionated than everyone.
</a:t>
            </a:r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secret weapon: </a:t>
            </a:r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Minjun gives us a character-led voice no competitor has.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This — Before &amp; After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bad-copy → Sonagi-copy rewrites. Study the pattern.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417320"/>
          <a:ext cx="8778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8346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Version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Sonagi Version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Découvrez notre sélection de soins coréens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 Coréennes ne frottent jamais. Elles tapotent. Ça change tout.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 hook &gt; generic CTA. Teaches something specific.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sérum hydratant est formulé avec de l’acide hyaluronique pour une hydratation intense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 peau a soif? Ce sérum à base de hyaluronique la fait boire en 30 secondes.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Sensory language. ‘Tu’ address. Specific time claim.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Notre best-seller, le toner Anua, est parfait pour les peaux sensibles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Peau irritée, rougeurs, barrière foutue? 77% de heartleaf. Le toner de secours.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 with problem, not product. Real language. Ingredient-first.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Profitez de -20% sur notre gamme complète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18€ pour une routine qui bat ton soin à 80€. Pas besoin d’attendre les soldes.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reframe &gt; discount announce. Challenges French pricing.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Nous sommes passionnés par la beauté coréenne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7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ne vend pas de la K-beauty. On t’apprend pourquoi ta peau en a besoin.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&gt; passion statement. Educating &gt; selling.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 Language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linguistic playbook for all Sonagi copy in French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'tu' never 'vous.' Casual spoken French, not written formal.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 WE USE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galère, foutue, dingue, ouf, kiffer, trop bien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French a 22-year-old texts to friends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 WE AVOID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verlan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(too street),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bébé/ma belle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(too influencer),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OMG/too much English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(we're French-first)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sentences. One idea per sentence. Fragments OK.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"Rougeurs. Irritations. Sécheresse. Ta barrière cutanée? Détruite."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FRENCH vs ENGLISH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social copy, captions, carousels →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Minjun video dialogue →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(his character speaks English)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Minjun video captions overlay →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(dynamic word-by-word)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names → Keep original (don't translate brand names)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Korean technique terms → French explanation + Korean term: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méthode 7-skin"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Hashtags → Mix: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#KbeautyFrance #MonRituelSonagi #GlassSkin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PUNCTUATION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dramatic pauses. Use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create curiosity. Never use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!!!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(too eager). One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max, and only for genuine surprise.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SONAGI BEAUTY — Brand Voice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 — The Cheat Sheet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this page out. Tape it to your monitor.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27432"/>
          </a:xfrm>
          <a:prstGeom prst="rect">
            <a:avLst/>
          </a:prstGeom>
          <a:solidFill>
            <a:srgbClr val="F5C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WRITE ANYTHING FOR SONAGI, ASK: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Would I say this to a friend over coffee?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→ rewrite it warmer.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Does it teach something or just describe?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just describes → add the 'why' or the technique.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Could any beauty brand have written this?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 → add the Korea vs France angle.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 the first line a hook or a title?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title → rewrite with tension or curiosity.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Am I selling or sharing?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selling → soften it. 'Prends soin de toi' energy.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SONAGI TEST — Three words that must be true:
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INTIMATE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EDUCATING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5C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
</a:t>
            </a:r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content hits all three, it's Sonagi. If it misses one, fix it before publishing.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2026-04-16T13:10:29Z</dcterms:created>
  <dcterms:modified xsi:type="dcterms:W3CDTF">2026-04-16T13:10:29Z</dcterms:modified>
</cp:coreProperties>
</file>